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ArchGuard: Neuro-Symbolic Referee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980B9"/>
                </a:solidFill>
              </a:defRPr>
            </a:pPr>
            <a:r>
              <a:t>Detecting and Explaining Architectural Drift in AI-Generated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3840480" cy="39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defRPr sz="1200">
                <a:solidFill>
                  <a:srgbClr val="212121"/>
                </a:solidFill>
              </a:defRPr>
            </a:pPr>
            <a:r>
              <a:t>IMPLEMENTATION STATUS</a:t>
            </a:r>
            <a:br/>
            <a:br/>
            <a:r>
              <a:t>Phase 1: Symbolic Brain</a:t>
            </a:r>
            <a:br/>
            <a:r>
              <a:t>Complete - 103 tests</a:t>
            </a:r>
            <a:br/>
            <a:br/>
            <a:r>
              <a:t>Phase 2: Code Abstraction</a:t>
            </a:r>
            <a:br/>
            <a:r>
              <a:t>Complete - 94 tests</a:t>
            </a:r>
            <a:br/>
            <a:br/>
            <a:r>
              <a:t>Phase 3: Logic Engine</a:t>
            </a:r>
            <a:br/>
            <a:r>
              <a:t>Complete - 51/53 tests</a:t>
            </a:r>
            <a:br/>
            <a:br/>
            <a:r>
              <a:t>TOTAL: 248/250 (99.2%)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286000"/>
            <a:ext cx="3931920" cy="39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defRPr sz="1200">
                <a:solidFill>
                  <a:srgbClr val="212121"/>
                </a:solidFill>
              </a:defRPr>
            </a:pPr>
            <a:r>
              <a:t>KEY ACHIEVEMENTS</a:t>
            </a:r>
            <a:br/>
            <a:br/>
            <a:r>
              <a:t>* 248 Tests Passing (99.2%)</a:t>
            </a:r>
            <a:br/>
            <a:r>
              <a:t>* Phases 1-3: Complete</a:t>
            </a:r>
            <a:br/>
            <a:r>
              <a:t>* Type-Safe Design</a:t>
            </a:r>
            <a:br/>
            <a:r>
              <a:t>* Modular Architecture</a:t>
            </a:r>
            <a:br/>
            <a:r>
              <a:t>* NetworkX Graphs</a:t>
            </a:r>
            <a:br/>
            <a:r>
              <a:t>* Full Call Traces</a:t>
            </a:r>
            <a:br/>
            <a:r>
              <a:t>* Production Ready</a:t>
            </a:r>
            <a:br/>
            <a:r>
              <a:t>* Comprehensive Testing</a:t>
            </a:r>
            <a:br/>
            <a:br/>
            <a:r>
              <a:t>NEXT: Phase 4 (Gemini)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4-Phase Deterministic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920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Phase 1</a:t>
            </a:r>
            <a:br/>
            <a:r>
              <a:t>Symbolic Brain</a:t>
            </a:r>
          </a:p>
          <a:p>
            <a:pPr algn="ctr">
              <a:spcBef>
                <a:spcPts val="1500"/>
              </a:spcBef>
              <a:defRPr sz="1100">
                <a:solidFill>
                  <a:srgbClr val="212121"/>
                </a:solidFill>
              </a:defRPr>
            </a:pPr>
            <a:r>
              <a:t>PlantUML</a:t>
            </a:r>
            <a:br/>
            <a:r>
              <a:t>|</a:t>
            </a:r>
            <a:br/>
            <a:r>
              <a:t>Architecture</a:t>
            </a:r>
            <a:br/>
            <a:r>
              <a:t>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280160"/>
            <a:ext cx="1920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Phase 2</a:t>
            </a:r>
            <a:br/>
            <a:r>
              <a:t>Code Abstraction</a:t>
            </a:r>
          </a:p>
          <a:p>
            <a:pPr algn="ctr">
              <a:spcBef>
                <a:spcPts val="1500"/>
              </a:spcBef>
              <a:defRPr sz="1100">
                <a:solidFill>
                  <a:srgbClr val="212121"/>
                </a:solidFill>
              </a:defRPr>
            </a:pPr>
            <a:r>
              <a:t>Python AST</a:t>
            </a:r>
            <a:br/>
            <a:r>
              <a:t>|</a:t>
            </a:r>
            <a:br/>
            <a:r>
              <a:t>Implement</a:t>
            </a:r>
            <a:br/>
            <a:r>
              <a:t>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280160"/>
            <a:ext cx="1920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980B9"/>
                </a:solidFill>
              </a:defRPr>
            </a:pPr>
            <a:r>
              <a:t>Phase 3</a:t>
            </a:r>
            <a:br/>
            <a:r>
              <a:t>Logic Engine</a:t>
            </a:r>
          </a:p>
          <a:p>
            <a:pPr algn="ctr">
              <a:spcBef>
                <a:spcPts val="1500"/>
              </a:spcBef>
              <a:defRPr sz="1100">
                <a:solidFill>
                  <a:srgbClr val="212121"/>
                </a:solidFill>
              </a:defRPr>
            </a:pPr>
            <a:r>
              <a:t>Constraint</a:t>
            </a:r>
            <a:br/>
            <a:r>
              <a:t>Checker</a:t>
            </a:r>
            <a:br/>
            <a:r>
              <a:t>|</a:t>
            </a:r>
            <a:br/>
            <a:r>
              <a:t>Violations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280160"/>
            <a:ext cx="192024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Phase 4</a:t>
            </a:r>
            <a:br/>
            <a:r>
              <a:t>Neuro-Symbolic</a:t>
            </a:r>
          </a:p>
          <a:p>
            <a:pPr algn="ctr">
              <a:spcBef>
                <a:spcPts val="1500"/>
              </a:spcBef>
              <a:defRPr sz="1100">
                <a:solidFill>
                  <a:srgbClr val="212121"/>
                </a:solidFill>
              </a:defRPr>
            </a:pPr>
            <a:r>
              <a:t>Gemini API</a:t>
            </a:r>
            <a:br/>
            <a:r>
              <a:t>|</a:t>
            </a:r>
            <a:br/>
            <a:r>
              <a:t>Explanations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solidFill>
            <a:srgbClr val="ECF0F1"/>
          </a:solidFill>
          <a:ln>
            <a:solidFill>
              <a:srgbClr val="95A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2121"/>
                </a:solidFill>
              </a:defRPr>
            </a:pPr>
            <a:r>
              <a:t>Tech Stack: Python 3.10+ | NetworkX | Tree-Sitter | Gemini API | pytest | 248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